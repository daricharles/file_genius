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• Women in the Bible often misunderstood as 'satanic'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Book of Job explores suffering and innocence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Job’s wife reinterpreted via feminist and African theology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Modern readings reclaim her as agent of lament and protest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African feminist theology challenges silencing and erasure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• Feminist Hermeneutics: suspicion, remembrance, proclamation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Contextual Theology: African women's lived experiences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Literary Analysis: narrative roles and disruptions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Ethical focus: respect, representation, and cultural sensitivity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Limitations: textual gaps, subjectivity, and reception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• Construct feminist hermeneutical model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Highlight subversive biblical women as agents of resistance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Integrate African feminist and global scholarship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Equip faith communities with justice-based tools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Contribute to decolonized theological education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Plan / Timelines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defRPr sz="1800">
                <a:solidFill>
                  <a:srgbClr val="000000"/>
                </a:solidFill>
              </a:defRPr>
            </a:pPr>
            <a:r>
              <a:t>• Month 1–2: Literature review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Month 3–4: Data collection and interpretations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Month 5: Thematic analysis</a:t>
            </a:r>
          </a:p>
          <a:p>
            <a:pPr algn="l">
              <a:defRPr sz="1800">
                <a:solidFill>
                  <a:srgbClr val="000000"/>
                </a:solidFill>
              </a:defRPr>
            </a:pPr>
            <a:r>
              <a:t>• Month 6–7: Writing and drafting chapters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Adomako Ampofo, Akosua. “Re-Viewing Studies on African Women and Gender Studies in Africa.” </a:t>
            </a:r>
            <a:r>
              <a:rPr lang="en-US" i="1" dirty="0"/>
              <a:t>Feminist Africa</a:t>
            </a:r>
            <a:r>
              <a:rPr lang="en-US" dirty="0"/>
              <a:t>, no. 8, 2007, pp. 7–23.</a:t>
            </a:r>
          </a:p>
          <a:p>
            <a:r>
              <a:rPr lang="en-US" dirty="0"/>
              <a:t>Dube, Musa W. </a:t>
            </a:r>
            <a:r>
              <a:rPr lang="en-US" i="1" dirty="0"/>
              <a:t>Postcolonial Feminist Interpretation of the Bible</a:t>
            </a:r>
            <a:r>
              <a:rPr lang="en-US" dirty="0"/>
              <a:t>. Chalice Press, 2000.</a:t>
            </a:r>
          </a:p>
          <a:p>
            <a:r>
              <a:rPr lang="en-US" dirty="0" err="1"/>
              <a:t>Efthimiadis</a:t>
            </a:r>
            <a:r>
              <a:rPr lang="en-US" dirty="0"/>
              <a:t>-Keith, Helen. “Genesis 2:18–25 from a Jungian and Feminist-Deconstructionist Point of View.” </a:t>
            </a:r>
            <a:r>
              <a:rPr lang="en-US" i="1" dirty="0"/>
              <a:t>Old Testament Essays</a:t>
            </a:r>
            <a:r>
              <a:rPr lang="en-US" dirty="0"/>
              <a:t>, vol. 23, no. 1, 2010, pp. 44–65.</a:t>
            </a:r>
          </a:p>
          <a:p>
            <a:r>
              <a:rPr lang="en-US" dirty="0" err="1"/>
              <a:t>Frymer</a:t>
            </a:r>
            <a:r>
              <a:rPr lang="en-US" dirty="0"/>
              <a:t>-Kensky, Tikva. </a:t>
            </a:r>
            <a:r>
              <a:rPr lang="en-US" i="1" dirty="0"/>
              <a:t>Reading the Women of the Bible: A New Interpretation of Their Stories</a:t>
            </a:r>
            <a:r>
              <a:rPr lang="en-US" dirty="0"/>
              <a:t>. Schocken Books, 2002.</a:t>
            </a:r>
          </a:p>
          <a:p>
            <a:r>
              <a:rPr lang="en-US" dirty="0"/>
              <a:t>Goldenberg, Naomi R. “Jung After Feminism.” </a:t>
            </a:r>
            <a:r>
              <a:rPr lang="en-US" i="1" dirty="0"/>
              <a:t>Beyond Androcentrism: New Essays on Women and Religion</a:t>
            </a:r>
            <a:r>
              <a:rPr lang="en-US" dirty="0"/>
              <a:t>, edited by Rita M. Gross, Paulist Press, 1977, pp. 53–66.</a:t>
            </a:r>
          </a:p>
          <a:p>
            <a:r>
              <a:rPr lang="en-US" dirty="0"/>
              <a:t>Gross, Rita M. </a:t>
            </a:r>
            <a:r>
              <a:rPr lang="en-US" i="1" dirty="0"/>
              <a:t>Feminism and Religion: An Introduction</a:t>
            </a:r>
            <a:r>
              <a:rPr lang="en-US" dirty="0"/>
              <a:t>. Beacon Press, 1996.</a:t>
            </a:r>
          </a:p>
          <a:p>
            <a:r>
              <a:rPr lang="en-US" dirty="0"/>
              <a:t>Hathaway, Hannah. “Job and the Unknown Wife: Through the Lens of Judaism, Christianity, and Islam.” </a:t>
            </a:r>
            <a:r>
              <a:rPr lang="en-US" i="1" dirty="0"/>
              <a:t>Journal of Interreligious Studies</a:t>
            </a:r>
            <a:r>
              <a:rPr lang="en-US" dirty="0"/>
              <a:t>, vol. 18, 2015, pp. 200–212.</a:t>
            </a:r>
          </a:p>
          <a:p>
            <a:r>
              <a:rPr lang="en-US" dirty="0"/>
              <a:t>Holy Bible. </a:t>
            </a:r>
            <a:r>
              <a:rPr lang="en-US" i="1" dirty="0"/>
              <a:t>Revised Standard Version</a:t>
            </a:r>
            <a:r>
              <a:rPr lang="en-US" dirty="0"/>
              <a:t>. Thomas Nelson &amp; Sons, 1952.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6AE2C-91E9-CF96-E9C7-B98EF0C5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041EB-9065-4711-B8E2-CA44AAA6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  <a:r>
              <a:rPr lang="en-US" dirty="0"/>
              <a:t> Cont.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F98AB-0F83-CDDC-06FE-C6F9588B1D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Legaspi, Michael C. “Job’s Wives in the Testament of Job.” </a:t>
            </a:r>
            <a:r>
              <a:rPr lang="en-US" i="1" dirty="0"/>
              <a:t>Journal of Biblical Literature</a:t>
            </a:r>
            <a:r>
              <a:rPr lang="en-US" dirty="0"/>
              <a:t>, vol. 127, no. 1, 2008, pp. 107–118.</a:t>
            </a:r>
          </a:p>
          <a:p>
            <a:r>
              <a:rPr lang="en-US" dirty="0"/>
              <a:t>Low, Katherine. </a:t>
            </a:r>
            <a:r>
              <a:rPr lang="en-US" i="1" dirty="0"/>
              <a:t>The Bible, Gender, and Reception History: The Case of Job’s Wife</a:t>
            </a:r>
            <a:r>
              <a:rPr lang="en-US" dirty="0"/>
              <a:t>. Bloomsbury T&amp;T Clark, 2015.</a:t>
            </a:r>
          </a:p>
          <a:p>
            <a:r>
              <a:rPr lang="en-US" dirty="0"/>
              <a:t>Magdalene, F. Rachel. “Job’s Wife as Hero: A Feminist Narrative Reading.” </a:t>
            </a:r>
            <a:r>
              <a:rPr lang="en-US" i="1" dirty="0"/>
              <a:t>Biblical Interpretation</a:t>
            </a:r>
            <a:r>
              <a:rPr lang="en-US" dirty="0"/>
              <a:t>, vol. 9, no. 3, 2001, pp. 243–256.</a:t>
            </a:r>
          </a:p>
          <a:p>
            <a:r>
              <a:rPr lang="en-US" dirty="0"/>
              <a:t>---. “Job’s Wife as Hero: A Feminist-Forensic Reading.” </a:t>
            </a:r>
            <a:r>
              <a:rPr lang="en-US" i="1" dirty="0"/>
              <a:t>Biblical Interpretation</a:t>
            </a:r>
            <a:r>
              <a:rPr lang="en-US" dirty="0"/>
              <a:t>, vol. 14, no. 2, 2006, pp. 196–222.</a:t>
            </a:r>
          </a:p>
          <a:p>
            <a:r>
              <a:rPr lang="en-US" dirty="0"/>
              <a:t>Meyers, Carol L. </a:t>
            </a:r>
            <a:r>
              <a:rPr lang="en-US" i="1" dirty="0"/>
              <a:t>Discovering Eve: Ancient Israelite Women in Context</a:t>
            </a:r>
            <a:r>
              <a:rPr lang="en-US" dirty="0"/>
              <a:t>. Oxford UP, 1988.</a:t>
            </a:r>
          </a:p>
          <a:p>
            <a:r>
              <a:rPr lang="en-US" dirty="0"/>
              <a:t>Newsom, Carol A. </a:t>
            </a:r>
            <a:r>
              <a:rPr lang="en-US" i="1" dirty="0"/>
              <a:t>The Book of Job: A Contest of Moral Imaginations</a:t>
            </a:r>
            <a:r>
              <a:rPr lang="en-US" dirty="0"/>
              <a:t>. Oxford UP, 2003.</a:t>
            </a:r>
          </a:p>
          <a:p>
            <a:r>
              <a:rPr lang="en-US" dirty="0"/>
              <a:t>---. “The Book of Job.” </a:t>
            </a:r>
            <a:r>
              <a:rPr lang="en-US" i="1" dirty="0"/>
              <a:t>The New Oxford Annotated Bible: New Revised Standard Version with the Apocrypha</a:t>
            </a:r>
            <a:r>
              <a:rPr lang="en-US" dirty="0"/>
              <a:t>, edited by Michael D. Coogan et al., 5th ed., Oxford UP, 2018, pp. 727–809.</a:t>
            </a:r>
          </a:p>
          <a:p>
            <a:r>
              <a:rPr lang="en-US" dirty="0" err="1"/>
              <a:t>Oduyoye</a:t>
            </a:r>
            <a:r>
              <a:rPr lang="en-US" dirty="0"/>
              <a:t>, Mercy Amba. </a:t>
            </a:r>
            <a:r>
              <a:rPr lang="en-US" i="1" dirty="0"/>
              <a:t>Daughters of </a:t>
            </a:r>
            <a:r>
              <a:rPr lang="en-US" i="1" dirty="0" err="1"/>
              <a:t>Anowa</a:t>
            </a:r>
            <a:r>
              <a:rPr lang="en-US" i="1" dirty="0"/>
              <a:t>: African Women and Patriarchy</a:t>
            </a:r>
            <a:r>
              <a:rPr lang="en-US" dirty="0"/>
              <a:t>. Orbis Books, 1995.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846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288AB-8A44-68FA-01AE-E24BD111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CD7AE-4822-CBB8-024D-AD1DC8B8E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References</a:t>
            </a:r>
            <a:r>
              <a:rPr lang="en-US" dirty="0"/>
              <a:t> Cont.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A8EF7-0EAB-70ED-B057-FD584EF98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---. </a:t>
            </a:r>
            <a:r>
              <a:rPr lang="en-US" i="1" dirty="0"/>
              <a:t>Introducing African Women’s Theology</a:t>
            </a:r>
            <a:r>
              <a:rPr lang="en-US" dirty="0"/>
              <a:t>. Sheffield Academic Press, 2001.</a:t>
            </a:r>
          </a:p>
          <a:p>
            <a:r>
              <a:rPr lang="en-US" dirty="0"/>
              <a:t>Phiri, Isabel </a:t>
            </a:r>
            <a:r>
              <a:rPr lang="en-US" dirty="0" err="1"/>
              <a:t>Apawo</a:t>
            </a:r>
            <a:r>
              <a:rPr lang="en-US" dirty="0"/>
              <a:t>, and Sarojini Nadar, editors. </a:t>
            </a:r>
            <a:r>
              <a:rPr lang="en-US" i="1" dirty="0"/>
              <a:t>African Women, Religion, and Health: Essays in Honor of Mercy Amba </a:t>
            </a:r>
            <a:r>
              <a:rPr lang="en-US" i="1" dirty="0" err="1"/>
              <a:t>Ewudziwa</a:t>
            </a:r>
            <a:r>
              <a:rPr lang="en-US" i="1" dirty="0"/>
              <a:t> </a:t>
            </a:r>
            <a:r>
              <a:rPr lang="en-US" i="1" dirty="0" err="1"/>
              <a:t>Oduyoye</a:t>
            </a:r>
            <a:r>
              <a:rPr lang="en-US" dirty="0"/>
              <a:t>. Orbis Books, 2006.</a:t>
            </a:r>
          </a:p>
          <a:p>
            <a:r>
              <a:rPr lang="en-US" dirty="0"/>
              <a:t>Scholtz, Roger. “Re-visioning Job’s Wife.” </a:t>
            </a:r>
            <a:r>
              <a:rPr lang="en-US" i="1" dirty="0"/>
              <a:t>Old Testament Essays</a:t>
            </a:r>
            <a:r>
              <a:rPr lang="en-US" dirty="0"/>
              <a:t>, vol. 24, no. 1, 2011, pp. 88–104.</a:t>
            </a:r>
          </a:p>
          <a:p>
            <a:r>
              <a:rPr lang="en-US" dirty="0"/>
              <a:t>Schüssler Fiorenza, Elisabeth. </a:t>
            </a:r>
            <a:r>
              <a:rPr lang="en-US" i="1" dirty="0"/>
              <a:t>In Memory of Her: A Feminist Theological Reconstruction of Christian Origins</a:t>
            </a:r>
            <a:r>
              <a:rPr lang="en-US" dirty="0"/>
              <a:t>. Crossroad, 1983.</a:t>
            </a:r>
          </a:p>
          <a:p>
            <a:r>
              <a:rPr lang="en-US" dirty="0"/>
              <a:t>Trible, Phyllis. </a:t>
            </a:r>
            <a:r>
              <a:rPr lang="en-US" i="1" dirty="0"/>
              <a:t>Texts of Terror: Literary-Feminist Readings of Biblical Narratives</a:t>
            </a:r>
            <a:r>
              <a:rPr lang="en-US" dirty="0"/>
              <a:t>. Fortress Press, 1984.</a:t>
            </a:r>
          </a:p>
          <a:p>
            <a:r>
              <a:rPr lang="en-US" dirty="0"/>
              <a:t>---. </a:t>
            </a:r>
            <a:r>
              <a:rPr lang="en-US" i="1" dirty="0"/>
              <a:t>God and the Rhetoric of Sexuality</a:t>
            </a:r>
            <a:r>
              <a:rPr lang="en-US" dirty="0"/>
              <a:t>. Fortress Press, 1978.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84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727</Words>
  <Application>Microsoft Office PowerPoint</Application>
  <PresentationFormat>On-screen Show 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Literature Review</vt:lpstr>
      <vt:lpstr>Methodology</vt:lpstr>
      <vt:lpstr>Expected Outcomes</vt:lpstr>
      <vt:lpstr>Work Plan / Timelines</vt:lpstr>
      <vt:lpstr>References</vt:lpstr>
      <vt:lpstr>References Cont.</vt:lpstr>
      <vt:lpstr>References Cont.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2</cp:revision>
  <dcterms:created xsi:type="dcterms:W3CDTF">2013-01-27T09:14:16Z</dcterms:created>
  <dcterms:modified xsi:type="dcterms:W3CDTF">2025-07-11T09:47:59Z</dcterms:modified>
  <cp:category/>
</cp:coreProperties>
</file>